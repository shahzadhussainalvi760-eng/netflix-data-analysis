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85" d="100"/>
          <a:sy n="85" d="100"/>
        </p:scale>
        <p:origin x="7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06-06-2026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405433"/>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333357" y="122747"/>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343622" y="681199"/>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avg column?</a:t>
            </a: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9692</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Shehzad Hussain Golpa</cp:lastModifiedBy>
  <cp:revision>1412</cp:revision>
  <dcterms:created xsi:type="dcterms:W3CDTF">2022-12-29T08:52:07Z</dcterms:created>
  <dcterms:modified xsi:type="dcterms:W3CDTF">2026-06-06T04:16:21Z</dcterms:modified>
</cp:coreProperties>
</file>